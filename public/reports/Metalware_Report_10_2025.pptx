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2073.7000000000007</c:v>
                </c:pt>
                <c:pt idx="1">
                  <c:v>0</c:v>
                </c:pt>
                <c:pt idx="2">
                  <c:v>0</c:v>
                </c:pt>
                <c:pt idx="3">
                  <c:v>203649.09999999986</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183086.0</c:v>
                </c:pt>
                <c:pt idx="1">
                  <c:v>22873.7</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22873.7</c:v>
                </c:pt>
                <c:pt idx="1">
                  <c:v>33705.8</c:v>
                </c:pt>
                <c:pt idx="2">
                  <c:v>38539.0</c:v>
                </c:pt>
                <c:pt idx="3">
                  <c:v>28306.4</c:v>
                </c:pt>
                <c:pt idx="4">
                  <c:v>33956.6</c:v>
                </c:pt>
                <c:pt idx="5">
                  <c:v>25198.1</c:v>
                </c:pt>
                <c:pt idx="6">
                  <c:v>23380.1</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107848.9</c:v>
                </c:pt>
                <c:pt idx="1">
                  <c:v>92916.8</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743830.58</c:v>
                </c:pt>
                <c:pt idx="1">
                  <c:v>721928.92</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79371.6</c:v>
                </c:pt>
                <c:pt idx="1">
                  <c:v>51247.8</c:v>
                </c:pt>
                <c:pt idx="2">
                  <c:v>14147.7</c:v>
                </c:pt>
                <c:pt idx="3">
                  <c:v>10917.1</c:v>
                </c:pt>
                <c:pt idx="4">
                  <c:v>14363.6</c:v>
                </c:pt>
                <c:pt idx="5">
                  <c:v>9617.3</c:v>
                </c:pt>
                <c:pt idx="6">
                  <c:v>2197.3</c:v>
                </c:pt>
                <c:pt idx="7">
                  <c:v>14498.2</c:v>
                </c:pt>
                <c:pt idx="8">
                  <c:v>6527.1</c:v>
                </c:pt>
                <c:pt idx="9">
                  <c:v>1325.9</c:v>
                </c:pt>
                <c:pt idx="10">
                  <c:v>1928.4</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112404.9</c:v>
                </c:pt>
                <c:pt idx="1">
                  <c:v>88360.8</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1711.3</c:v>
                </c:pt>
                <c:pt idx="1">
                  <c:v>64.9</c:v>
                </c:pt>
                <c:pt idx="2">
                  <c:v>1740.8</c:v>
                </c:pt>
                <c:pt idx="3">
                  <c:v>1584.8</c:v>
                </c:pt>
                <c:pt idx="4">
                  <c:v>1594.6</c:v>
                </c:pt>
                <c:pt idx="5">
                  <c:v>1866.9</c:v>
                </c:pt>
                <c:pt idx="6">
                  <c:v>1826.9</c:v>
                </c:pt>
                <c:pt idx="7">
                  <c:v>1602.4</c:v>
                </c:pt>
                <c:pt idx="8">
                  <c:v>1700.9</c:v>
                </c:pt>
                <c:pt idx="9">
                  <c:v>1726.8</c:v>
                </c:pt>
                <c:pt idx="10">
                  <c:v>1889.4</c:v>
                </c:pt>
                <c:pt idx="11">
                  <c:v>1498.3</c:v>
                </c:pt>
                <c:pt idx="12">
                  <c:v>1964.8</c:v>
                </c:pt>
                <c:pt idx="13">
                  <c:v>1917.6</c:v>
                </c:pt>
                <c:pt idx="14">
                  <c:v>1934.5</c:v>
                </c:pt>
                <c:pt idx="15">
                  <c:v>1664.2</c:v>
                </c:pt>
                <c:pt idx="16">
                  <c:v>1956.4</c:v>
                </c:pt>
                <c:pt idx="17">
                  <c:v>1711.7</c:v>
                </c:pt>
                <c:pt idx="18">
                  <c:v>318.7</c:v>
                </c:pt>
                <c:pt idx="19">
                  <c:v>4.6</c:v>
                </c:pt>
                <c:pt idx="20">
                  <c:v>49.5</c:v>
                </c:pt>
                <c:pt idx="21">
                  <c:v>0.1</c:v>
                </c:pt>
                <c:pt idx="22">
                  <c:v>4.9</c:v>
                </c:pt>
                <c:pt idx="23">
                  <c:v>1742.6</c:v>
                </c:pt>
                <c:pt idx="24">
                  <c:v>1930.0</c:v>
                </c:pt>
                <c:pt idx="25">
                  <c:v>1015.1</c:v>
                </c:pt>
                <c:pt idx="26">
                  <c:v>1451.6</c:v>
                </c:pt>
                <c:pt idx="27">
                  <c:v>1685.0</c:v>
                </c:pt>
                <c:pt idx="28">
                  <c:v>1855.5</c:v>
                </c:pt>
                <c:pt idx="29">
                  <c:v>1837.0</c:v>
                </c:pt>
                <c:pt idx="30">
                  <c:v>1865.8</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Sheet1!$C$2:$C$32</c:f>
              <c:numCache>
                <c:formatCode>General</c:formatCode>
                <c:ptCount val="31"/>
                <c:pt idx="0">
                  <c:v>953.4</c:v>
                </c:pt>
                <c:pt idx="1">
                  <c:v>532.9</c:v>
                </c:pt>
                <c:pt idx="2">
                  <c:v>467.9</c:v>
                </c:pt>
                <c:pt idx="3">
                  <c:v>987.7</c:v>
                </c:pt>
                <c:pt idx="4">
                  <c:v>844.0</c:v>
                </c:pt>
                <c:pt idx="5">
                  <c:v>823.4</c:v>
                </c:pt>
                <c:pt idx="6">
                  <c:v>924.5</c:v>
                </c:pt>
                <c:pt idx="7">
                  <c:v>880.8</c:v>
                </c:pt>
                <c:pt idx="8">
                  <c:v>866.1</c:v>
                </c:pt>
                <c:pt idx="9">
                  <c:v>851.0</c:v>
                </c:pt>
                <c:pt idx="10">
                  <c:v>968.4</c:v>
                </c:pt>
                <c:pt idx="11">
                  <c:v>789.4</c:v>
                </c:pt>
                <c:pt idx="12">
                  <c:v>919.3</c:v>
                </c:pt>
                <c:pt idx="13">
                  <c:v>1100.2</c:v>
                </c:pt>
                <c:pt idx="14">
                  <c:v>924.2</c:v>
                </c:pt>
                <c:pt idx="15">
                  <c:v>1026.4</c:v>
                </c:pt>
                <c:pt idx="16">
                  <c:v>1216.7</c:v>
                </c:pt>
                <c:pt idx="17">
                  <c:v>1057.8</c:v>
                </c:pt>
                <c:pt idx="18">
                  <c:v>419.5</c:v>
                </c:pt>
                <c:pt idx="19">
                  <c:v>2.8</c:v>
                </c:pt>
                <c:pt idx="20">
                  <c:v>2.1</c:v>
                </c:pt>
                <c:pt idx="21">
                  <c:v>1.7</c:v>
                </c:pt>
                <c:pt idx="22">
                  <c:v>1.2</c:v>
                </c:pt>
                <c:pt idx="23">
                  <c:v>498.7</c:v>
                </c:pt>
                <c:pt idx="24">
                  <c:v>1075.8</c:v>
                </c:pt>
                <c:pt idx="25">
                  <c:v>710.2</c:v>
                </c:pt>
                <c:pt idx="26">
                  <c:v>535.5</c:v>
                </c:pt>
                <c:pt idx="27">
                  <c:v>698.6</c:v>
                </c:pt>
                <c:pt idx="28">
                  <c:v>986.4</c:v>
                </c:pt>
                <c:pt idx="29">
                  <c:v>1227.5</c:v>
                </c:pt>
                <c:pt idx="30">
                  <c:v>985.7</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Sheet1!$D$2:$D$32</c:f>
              <c:numCache>
                <c:formatCode>General</c:formatCode>
                <c:ptCount val="31"/>
                <c:pt idx="0">
                  <c:v>271.6</c:v>
                </c:pt>
                <c:pt idx="1">
                  <c:v>121.9</c:v>
                </c:pt>
                <c:pt idx="2">
                  <c:v>119.7</c:v>
                </c:pt>
                <c:pt idx="3">
                  <c:v>188.5</c:v>
                </c:pt>
                <c:pt idx="4">
                  <c:v>245.0</c:v>
                </c:pt>
                <c:pt idx="5">
                  <c:v>167.5</c:v>
                </c:pt>
                <c:pt idx="6">
                  <c:v>296.8</c:v>
                </c:pt>
                <c:pt idx="7">
                  <c:v>259.7</c:v>
                </c:pt>
                <c:pt idx="8">
                  <c:v>208.3</c:v>
                </c:pt>
                <c:pt idx="9">
                  <c:v>230.3</c:v>
                </c:pt>
                <c:pt idx="10">
                  <c:v>291.8</c:v>
                </c:pt>
                <c:pt idx="11">
                  <c:v>268.3</c:v>
                </c:pt>
                <c:pt idx="12">
                  <c:v>180.6</c:v>
                </c:pt>
                <c:pt idx="13">
                  <c:v>360.5</c:v>
                </c:pt>
                <c:pt idx="14">
                  <c:v>216.8</c:v>
                </c:pt>
                <c:pt idx="15">
                  <c:v>290.3</c:v>
                </c:pt>
                <c:pt idx="16">
                  <c:v>354.0</c:v>
                </c:pt>
                <c:pt idx="17">
                  <c:v>357.6</c:v>
                </c:pt>
                <c:pt idx="18">
                  <c:v>81.6</c:v>
                </c:pt>
                <c:pt idx="19">
                  <c:v>0.8</c:v>
                </c:pt>
                <c:pt idx="20">
                  <c:v>0.8</c:v>
                </c:pt>
                <c:pt idx="21">
                  <c:v>0.8</c:v>
                </c:pt>
                <c:pt idx="22">
                  <c:v>0.8</c:v>
                </c:pt>
                <c:pt idx="23">
                  <c:v>152.0</c:v>
                </c:pt>
                <c:pt idx="24">
                  <c:v>360.7</c:v>
                </c:pt>
                <c:pt idx="25">
                  <c:v>219.2</c:v>
                </c:pt>
                <c:pt idx="26">
                  <c:v>215.9</c:v>
                </c:pt>
                <c:pt idx="27">
                  <c:v>164.0</c:v>
                </c:pt>
                <c:pt idx="28">
                  <c:v>243.8</c:v>
                </c:pt>
                <c:pt idx="29">
                  <c:v>338.8</c:v>
                </c:pt>
                <c:pt idx="30">
                  <c:v>259.0</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239.62</c:v>
                </c:pt>
                <c:pt idx="1">
                  <c:v>256.6</c:v>
                </c:pt>
                <c:pt idx="2">
                  <c:v>252.05</c:v>
                </c:pt>
                <c:pt idx="3">
                  <c:v>230.95</c:v>
                </c:pt>
                <c:pt idx="4">
                  <c:v>204.82</c:v>
                </c:pt>
                <c:pt idx="5">
                  <c:v>185.89</c:v>
                </c:pt>
                <c:pt idx="6">
                  <c:v>139.55</c:v>
                </c:pt>
                <c:pt idx="7">
                  <c:v>123.56</c:v>
                </c:pt>
                <c:pt idx="8">
                  <c:v>162.1</c:v>
                </c:pt>
                <c:pt idx="9">
                  <c:v>238.02</c:v>
                </c:pt>
                <c:pt idx="10">
                  <c:v>358.77</c:v>
                </c:pt>
                <c:pt idx="11">
                  <c:v>389.14</c:v>
                </c:pt>
                <c:pt idx="12">
                  <c:v>383.97</c:v>
                </c:pt>
                <c:pt idx="13">
                  <c:v>327.16</c:v>
                </c:pt>
                <c:pt idx="14">
                  <c:v>376.94</c:v>
                </c:pt>
                <c:pt idx="15">
                  <c:v>376.32</c:v>
                </c:pt>
                <c:pt idx="16">
                  <c:v>346.21</c:v>
                </c:pt>
                <c:pt idx="17">
                  <c:v>350.83</c:v>
                </c:pt>
                <c:pt idx="18">
                  <c:v>315.34</c:v>
                </c:pt>
                <c:pt idx="19">
                  <c:v>275.91</c:v>
                </c:pt>
                <c:pt idx="20">
                  <c:v>264.51</c:v>
                </c:pt>
                <c:pt idx="21">
                  <c:v>272.84</c:v>
                </c:pt>
                <c:pt idx="22">
                  <c:v>269.19</c:v>
                </c:pt>
                <c:pt idx="23">
                  <c:v>257.19</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154.02</c:v>
                </c:pt>
                <c:pt idx="1">
                  <c:v>154.22</c:v>
                </c:pt>
                <c:pt idx="2">
                  <c:v>150.76</c:v>
                </c:pt>
                <c:pt idx="3">
                  <c:v>136.45</c:v>
                </c:pt>
                <c:pt idx="4">
                  <c:v>120.25</c:v>
                </c:pt>
                <c:pt idx="5">
                  <c:v>85.31</c:v>
                </c:pt>
                <c:pt idx="6">
                  <c:v>43.66</c:v>
                </c:pt>
                <c:pt idx="7">
                  <c:v>26.77</c:v>
                </c:pt>
                <c:pt idx="8">
                  <c:v>74.45</c:v>
                </c:pt>
                <c:pt idx="9">
                  <c:v>108.1</c:v>
                </c:pt>
                <c:pt idx="10">
                  <c:v>122.86</c:v>
                </c:pt>
                <c:pt idx="11">
                  <c:v>144.74</c:v>
                </c:pt>
                <c:pt idx="12">
                  <c:v>139.67</c:v>
                </c:pt>
                <c:pt idx="13">
                  <c:v>140.68</c:v>
                </c:pt>
                <c:pt idx="14">
                  <c:v>142.14</c:v>
                </c:pt>
                <c:pt idx="15">
                  <c:v>134.3</c:v>
                </c:pt>
                <c:pt idx="16">
                  <c:v>128.97</c:v>
                </c:pt>
                <c:pt idx="17">
                  <c:v>129.42</c:v>
                </c:pt>
                <c:pt idx="18">
                  <c:v>123.28</c:v>
                </c:pt>
                <c:pt idx="19">
                  <c:v>120.98</c:v>
                </c:pt>
                <c:pt idx="20">
                  <c:v>133.21</c:v>
                </c:pt>
                <c:pt idx="21">
                  <c:v>140.27</c:v>
                </c:pt>
                <c:pt idx="22">
                  <c:v>147.56</c:v>
                </c:pt>
                <c:pt idx="23">
                  <c:v>150.07</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69.37</c:v>
                </c:pt>
                <c:pt idx="1">
                  <c:v>66.99</c:v>
                </c:pt>
                <c:pt idx="2">
                  <c:v>66.7</c:v>
                </c:pt>
                <c:pt idx="3">
                  <c:v>67.48</c:v>
                </c:pt>
                <c:pt idx="4">
                  <c:v>67.14</c:v>
                </c:pt>
                <c:pt idx="5">
                  <c:v>64.67</c:v>
                </c:pt>
                <c:pt idx="6">
                  <c:v>62.74</c:v>
                </c:pt>
                <c:pt idx="7">
                  <c:v>65.05</c:v>
                </c:pt>
                <c:pt idx="8">
                  <c:v>66.31</c:v>
                </c:pt>
                <c:pt idx="9">
                  <c:v>75.51</c:v>
                </c:pt>
                <c:pt idx="10">
                  <c:v>97.66</c:v>
                </c:pt>
                <c:pt idx="11">
                  <c:v>98.64</c:v>
                </c:pt>
                <c:pt idx="12">
                  <c:v>99.19</c:v>
                </c:pt>
                <c:pt idx="13">
                  <c:v>83.64</c:v>
                </c:pt>
                <c:pt idx="14">
                  <c:v>97.59</c:v>
                </c:pt>
                <c:pt idx="15">
                  <c:v>98.0</c:v>
                </c:pt>
                <c:pt idx="16">
                  <c:v>93.51</c:v>
                </c:pt>
                <c:pt idx="17">
                  <c:v>94.55</c:v>
                </c:pt>
                <c:pt idx="18">
                  <c:v>91.2</c:v>
                </c:pt>
                <c:pt idx="19">
                  <c:v>85.67</c:v>
                </c:pt>
                <c:pt idx="20">
                  <c:v>70.78</c:v>
                </c:pt>
                <c:pt idx="21">
                  <c:v>70.85</c:v>
                </c:pt>
                <c:pt idx="22">
                  <c:v>71.08</c:v>
                </c:pt>
                <c:pt idx="23">
                  <c:v>69.6</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21.2</c:v>
                </c:pt>
                <c:pt idx="1">
                  <c:v>26.64</c:v>
                </c:pt>
                <c:pt idx="2">
                  <c:v>24.22</c:v>
                </c:pt>
                <c:pt idx="3">
                  <c:v>19.76</c:v>
                </c:pt>
                <c:pt idx="4">
                  <c:v>15.8</c:v>
                </c:pt>
                <c:pt idx="5">
                  <c:v>13.47</c:v>
                </c:pt>
                <c:pt idx="6">
                  <c:v>11.53</c:v>
                </c:pt>
                <c:pt idx="7">
                  <c:v>11.4</c:v>
                </c:pt>
                <c:pt idx="8">
                  <c:v>11.26</c:v>
                </c:pt>
                <c:pt idx="9">
                  <c:v>14.65</c:v>
                </c:pt>
                <c:pt idx="10">
                  <c:v>28.4</c:v>
                </c:pt>
                <c:pt idx="11">
                  <c:v>29.77</c:v>
                </c:pt>
                <c:pt idx="12">
                  <c:v>29.41</c:v>
                </c:pt>
                <c:pt idx="13">
                  <c:v>20.65</c:v>
                </c:pt>
                <c:pt idx="14">
                  <c:v>28.06</c:v>
                </c:pt>
                <c:pt idx="15">
                  <c:v>28.82</c:v>
                </c:pt>
                <c:pt idx="16">
                  <c:v>25.16</c:v>
                </c:pt>
                <c:pt idx="17">
                  <c:v>26.82</c:v>
                </c:pt>
                <c:pt idx="18">
                  <c:v>23.67</c:v>
                </c:pt>
                <c:pt idx="19">
                  <c:v>14.48</c:v>
                </c:pt>
                <c:pt idx="20">
                  <c:v>23.06</c:v>
                </c:pt>
                <c:pt idx="21">
                  <c:v>26.23</c:v>
                </c:pt>
                <c:pt idx="22">
                  <c:v>27.27</c:v>
                </c:pt>
                <c:pt idx="23">
                  <c:v>25.21</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6.61</c:v>
                </c:pt>
                <c:pt idx="1">
                  <c:v>7.86</c:v>
                </c:pt>
                <c:pt idx="2">
                  <c:v>6.03</c:v>
                </c:pt>
                <c:pt idx="3">
                  <c:v>3.46</c:v>
                </c:pt>
                <c:pt idx="4">
                  <c:v>2.43</c:v>
                </c:pt>
                <c:pt idx="5">
                  <c:v>1.39</c:v>
                </c:pt>
                <c:pt idx="6">
                  <c:v>0.36</c:v>
                </c:pt>
                <c:pt idx="7">
                  <c:v>0.11</c:v>
                </c:pt>
                <c:pt idx="8">
                  <c:v>1.18</c:v>
                </c:pt>
                <c:pt idx="9">
                  <c:v>8.68</c:v>
                </c:pt>
                <c:pt idx="10">
                  <c:v>33.71</c:v>
                </c:pt>
                <c:pt idx="11">
                  <c:v>35.69</c:v>
                </c:pt>
                <c:pt idx="12">
                  <c:v>35.52</c:v>
                </c:pt>
                <c:pt idx="13">
                  <c:v>23.9</c:v>
                </c:pt>
                <c:pt idx="14">
                  <c:v>34.41</c:v>
                </c:pt>
                <c:pt idx="15">
                  <c:v>34.34</c:v>
                </c:pt>
                <c:pt idx="16">
                  <c:v>28.64</c:v>
                </c:pt>
                <c:pt idx="17">
                  <c:v>32.96</c:v>
                </c:pt>
                <c:pt idx="18">
                  <c:v>28.5</c:v>
                </c:pt>
                <c:pt idx="19">
                  <c:v>11.3</c:v>
                </c:pt>
                <c:pt idx="20">
                  <c:v>9.2</c:v>
                </c:pt>
                <c:pt idx="21">
                  <c:v>9.26</c:v>
                </c:pt>
                <c:pt idx="22">
                  <c:v>9.42</c:v>
                </c:pt>
                <c:pt idx="23">
                  <c:v>9.02</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12.88</c:v>
                </c:pt>
                <c:pt idx="1">
                  <c:v>16.54</c:v>
                </c:pt>
                <c:pt idx="2">
                  <c:v>19.01</c:v>
                </c:pt>
                <c:pt idx="3">
                  <c:v>16.1</c:v>
                </c:pt>
                <c:pt idx="4">
                  <c:v>11.59</c:v>
                </c:pt>
                <c:pt idx="5">
                  <c:v>17.38</c:v>
                </c:pt>
                <c:pt idx="6">
                  <c:v>11.98</c:v>
                </c:pt>
                <c:pt idx="7">
                  <c:v>7.51</c:v>
                </c:pt>
                <c:pt idx="8">
                  <c:v>1.72</c:v>
                </c:pt>
                <c:pt idx="9">
                  <c:v>13.33</c:v>
                </c:pt>
                <c:pt idx="10">
                  <c:v>33.76</c:v>
                </c:pt>
                <c:pt idx="11">
                  <c:v>35.3</c:v>
                </c:pt>
                <c:pt idx="12">
                  <c:v>33.52</c:v>
                </c:pt>
                <c:pt idx="13">
                  <c:v>27.34</c:v>
                </c:pt>
                <c:pt idx="14">
                  <c:v>32.91</c:v>
                </c:pt>
                <c:pt idx="15">
                  <c:v>34.94</c:v>
                </c:pt>
                <c:pt idx="16">
                  <c:v>31.29</c:v>
                </c:pt>
                <c:pt idx="17">
                  <c:v>32.76</c:v>
                </c:pt>
                <c:pt idx="18">
                  <c:v>29.8</c:v>
                </c:pt>
                <c:pt idx="19">
                  <c:v>26.87</c:v>
                </c:pt>
                <c:pt idx="20">
                  <c:v>21.05</c:v>
                </c:pt>
                <c:pt idx="21">
                  <c:v>23.67</c:v>
                </c:pt>
                <c:pt idx="22">
                  <c:v>23.21</c:v>
                </c:pt>
                <c:pt idx="23">
                  <c:v>18.85</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4.4</c:v>
                </c:pt>
                <c:pt idx="1">
                  <c:v>11.75</c:v>
                </c:pt>
                <c:pt idx="2">
                  <c:v>11.97</c:v>
                </c:pt>
                <c:pt idx="3">
                  <c:v>9.24</c:v>
                </c:pt>
                <c:pt idx="4">
                  <c:v>4.14</c:v>
                </c:pt>
                <c:pt idx="5">
                  <c:v>9.46</c:v>
                </c:pt>
                <c:pt idx="6">
                  <c:v>4.91</c:v>
                </c:pt>
                <c:pt idx="7">
                  <c:v>2.49</c:v>
                </c:pt>
                <c:pt idx="8">
                  <c:v>0.44</c:v>
                </c:pt>
                <c:pt idx="9">
                  <c:v>13.77</c:v>
                </c:pt>
                <c:pt idx="10">
                  <c:v>26.3</c:v>
                </c:pt>
                <c:pt idx="11">
                  <c:v>25.89</c:v>
                </c:pt>
                <c:pt idx="12">
                  <c:v>25.21</c:v>
                </c:pt>
                <c:pt idx="13">
                  <c:v>19.89</c:v>
                </c:pt>
                <c:pt idx="14">
                  <c:v>24.23</c:v>
                </c:pt>
                <c:pt idx="15">
                  <c:v>24.43</c:v>
                </c:pt>
                <c:pt idx="16">
                  <c:v>22.06</c:v>
                </c:pt>
                <c:pt idx="17">
                  <c:v>23.74</c:v>
                </c:pt>
                <c:pt idx="18">
                  <c:v>21.52</c:v>
                </c:pt>
                <c:pt idx="19">
                  <c:v>20.65</c:v>
                </c:pt>
                <c:pt idx="20">
                  <c:v>10.87</c:v>
                </c:pt>
                <c:pt idx="21">
                  <c:v>13.95</c:v>
                </c:pt>
                <c:pt idx="22">
                  <c:v>13.6</c:v>
                </c:pt>
                <c:pt idx="23">
                  <c:v>10.92</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0.47</c:v>
                </c:pt>
                <c:pt idx="1">
                  <c:v>0.59</c:v>
                </c:pt>
                <c:pt idx="2">
                  <c:v>0.41</c:v>
                </c:pt>
                <c:pt idx="3">
                  <c:v>0.16</c:v>
                </c:pt>
                <c:pt idx="4">
                  <c:v>0.09</c:v>
                </c:pt>
                <c:pt idx="5">
                  <c:v>0.06</c:v>
                </c:pt>
                <c:pt idx="6">
                  <c:v>0.06</c:v>
                </c:pt>
                <c:pt idx="7">
                  <c:v>0.02</c:v>
                </c:pt>
                <c:pt idx="8">
                  <c:v>0.07</c:v>
                </c:pt>
                <c:pt idx="9">
                  <c:v>3.2</c:v>
                </c:pt>
                <c:pt idx="10">
                  <c:v>10.27</c:v>
                </c:pt>
                <c:pt idx="11">
                  <c:v>9.94</c:v>
                </c:pt>
                <c:pt idx="12">
                  <c:v>9.85</c:v>
                </c:pt>
                <c:pt idx="13">
                  <c:v>5.57</c:v>
                </c:pt>
                <c:pt idx="14">
                  <c:v>8.1</c:v>
                </c:pt>
                <c:pt idx="15">
                  <c:v>7.9</c:v>
                </c:pt>
                <c:pt idx="16">
                  <c:v>5.94</c:v>
                </c:pt>
                <c:pt idx="17">
                  <c:v>6.72</c:v>
                </c:pt>
                <c:pt idx="18">
                  <c:v>4.83</c:v>
                </c:pt>
                <c:pt idx="19">
                  <c:v>3.12</c:v>
                </c:pt>
                <c:pt idx="20">
                  <c:v>0.11</c:v>
                </c:pt>
                <c:pt idx="21">
                  <c:v>0.47</c:v>
                </c:pt>
                <c:pt idx="22">
                  <c:v>0.54</c:v>
                </c:pt>
                <c:pt idx="23">
                  <c:v>0.44</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21.87</c:v>
                </c:pt>
                <c:pt idx="1">
                  <c:v>28.05</c:v>
                </c:pt>
                <c:pt idx="2">
                  <c:v>27.55</c:v>
                </c:pt>
                <c:pt idx="3">
                  <c:v>26.93</c:v>
                </c:pt>
                <c:pt idx="4">
                  <c:v>24.04</c:v>
                </c:pt>
                <c:pt idx="5">
                  <c:v>23.16</c:v>
                </c:pt>
                <c:pt idx="6">
                  <c:v>17.96</c:v>
                </c:pt>
                <c:pt idx="7">
                  <c:v>17.1</c:v>
                </c:pt>
                <c:pt idx="8">
                  <c:v>16.08</c:v>
                </c:pt>
                <c:pt idx="9">
                  <c:v>16.08</c:v>
                </c:pt>
                <c:pt idx="10">
                  <c:v>22.57</c:v>
                </c:pt>
                <c:pt idx="11">
                  <c:v>23.61</c:v>
                </c:pt>
                <c:pt idx="12">
                  <c:v>22.77</c:v>
                </c:pt>
                <c:pt idx="13">
                  <c:v>15.77</c:v>
                </c:pt>
                <c:pt idx="14">
                  <c:v>21.89</c:v>
                </c:pt>
                <c:pt idx="15">
                  <c:v>21.0</c:v>
                </c:pt>
                <c:pt idx="16">
                  <c:v>18.25</c:v>
                </c:pt>
                <c:pt idx="17">
                  <c:v>19.98</c:v>
                </c:pt>
                <c:pt idx="18">
                  <c:v>19.59</c:v>
                </c:pt>
                <c:pt idx="19">
                  <c:v>17.56</c:v>
                </c:pt>
                <c:pt idx="20">
                  <c:v>21.69</c:v>
                </c:pt>
                <c:pt idx="21">
                  <c:v>25.73</c:v>
                </c:pt>
                <c:pt idx="22">
                  <c:v>27.54</c:v>
                </c:pt>
                <c:pt idx="23">
                  <c:v>27.0</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5.39</c:v>
                </c:pt>
                <c:pt idx="1">
                  <c:v>4.52</c:v>
                </c:pt>
                <c:pt idx="2">
                  <c:v>5.01</c:v>
                </c:pt>
                <c:pt idx="3">
                  <c:v>6.11</c:v>
                </c:pt>
                <c:pt idx="4">
                  <c:v>7.9</c:v>
                </c:pt>
                <c:pt idx="5">
                  <c:v>11.94</c:v>
                </c:pt>
                <c:pt idx="6">
                  <c:v>11.31</c:v>
                </c:pt>
                <c:pt idx="7">
                  <c:v>11.72</c:v>
                </c:pt>
                <c:pt idx="8">
                  <c:v>10.7</c:v>
                </c:pt>
                <c:pt idx="9">
                  <c:v>12.83</c:v>
                </c:pt>
                <c:pt idx="10">
                  <c:v>10.49</c:v>
                </c:pt>
                <c:pt idx="11">
                  <c:v>12.29</c:v>
                </c:pt>
                <c:pt idx="12">
                  <c:v>15.16</c:v>
                </c:pt>
                <c:pt idx="13">
                  <c:v>14.43</c:v>
                </c:pt>
                <c:pt idx="14">
                  <c:v>13.13</c:v>
                </c:pt>
                <c:pt idx="15">
                  <c:v>12.21</c:v>
                </c:pt>
                <c:pt idx="16">
                  <c:v>10.2</c:v>
                </c:pt>
                <c:pt idx="17">
                  <c:v>9.93</c:v>
                </c:pt>
                <c:pt idx="18">
                  <c:v>8.15</c:v>
                </c:pt>
                <c:pt idx="19">
                  <c:v>7.38</c:v>
                </c:pt>
                <c:pt idx="20">
                  <c:v>13.04</c:v>
                </c:pt>
                <c:pt idx="21">
                  <c:v>12.01</c:v>
                </c:pt>
                <c:pt idx="22">
                  <c:v>10.88</c:v>
                </c:pt>
                <c:pt idx="23">
                  <c:v>6.7</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0.02</c:v>
                </c:pt>
                <c:pt idx="1">
                  <c:v>0.01</c:v>
                </c:pt>
                <c:pt idx="2">
                  <c:v>0.02</c:v>
                </c:pt>
                <c:pt idx="3">
                  <c:v>0.03</c:v>
                </c:pt>
                <c:pt idx="4">
                  <c:v>0.02</c:v>
                </c:pt>
                <c:pt idx="5">
                  <c:v>0.05</c:v>
                </c:pt>
                <c:pt idx="6">
                  <c:v>0.58</c:v>
                </c:pt>
                <c:pt idx="7">
                  <c:v>0.77</c:v>
                </c:pt>
                <c:pt idx="8">
                  <c:v>0.75</c:v>
                </c:pt>
                <c:pt idx="9">
                  <c:v>2.03</c:v>
                </c:pt>
                <c:pt idx="10">
                  <c:v>4.38</c:v>
                </c:pt>
                <c:pt idx="11">
                  <c:v>4.65</c:v>
                </c:pt>
                <c:pt idx="12">
                  <c:v>4.67</c:v>
                </c:pt>
                <c:pt idx="13">
                  <c:v>3.14</c:v>
                </c:pt>
                <c:pt idx="14">
                  <c:v>4.4</c:v>
                </c:pt>
                <c:pt idx="15">
                  <c:v>4.39</c:v>
                </c:pt>
                <c:pt idx="16">
                  <c:v>4.29</c:v>
                </c:pt>
                <c:pt idx="17">
                  <c:v>4.0</c:v>
                </c:pt>
                <c:pt idx="18">
                  <c:v>1.79</c:v>
                </c:pt>
                <c:pt idx="19">
                  <c:v>1.6</c:v>
                </c:pt>
                <c:pt idx="20">
                  <c:v>0.64</c:v>
                </c:pt>
                <c:pt idx="21">
                  <c:v>0.37</c:v>
                </c:pt>
                <c:pt idx="22">
                  <c:v>0.05</c:v>
                </c:pt>
                <c:pt idx="23">
                  <c:v>0.02</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0.3</c:v>
                </c:pt>
                <c:pt idx="1">
                  <c:v>0.31</c:v>
                </c:pt>
                <c:pt idx="2">
                  <c:v>0.3</c:v>
                </c:pt>
                <c:pt idx="3">
                  <c:v>0.31</c:v>
                </c:pt>
                <c:pt idx="4">
                  <c:v>0.3</c:v>
                </c:pt>
                <c:pt idx="5">
                  <c:v>0.3</c:v>
                </c:pt>
                <c:pt idx="6">
                  <c:v>0.29</c:v>
                </c:pt>
                <c:pt idx="7">
                  <c:v>0.29</c:v>
                </c:pt>
                <c:pt idx="8">
                  <c:v>0.44</c:v>
                </c:pt>
                <c:pt idx="9">
                  <c:v>3.11</c:v>
                </c:pt>
                <c:pt idx="10">
                  <c:v>6.63</c:v>
                </c:pt>
                <c:pt idx="11">
                  <c:v>6.26</c:v>
                </c:pt>
                <c:pt idx="12">
                  <c:v>6.14</c:v>
                </c:pt>
                <c:pt idx="13">
                  <c:v>4.72</c:v>
                </c:pt>
                <c:pt idx="14">
                  <c:v>5.85</c:v>
                </c:pt>
                <c:pt idx="15">
                  <c:v>6.71</c:v>
                </c:pt>
                <c:pt idx="16">
                  <c:v>6.07</c:v>
                </c:pt>
                <c:pt idx="17">
                  <c:v>5.49</c:v>
                </c:pt>
                <c:pt idx="18">
                  <c:v>4.04</c:v>
                </c:pt>
                <c:pt idx="19">
                  <c:v>2.38</c:v>
                </c:pt>
                <c:pt idx="20">
                  <c:v>0.65</c:v>
                </c:pt>
                <c:pt idx="21">
                  <c:v>0.32</c:v>
                </c:pt>
                <c:pt idx="22">
                  <c:v>0.31</c:v>
                </c:pt>
                <c:pt idx="23">
                  <c:v>0.3</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4472C4"/>
              </a:solidFill>
            </c:spPr>
          </c:dPt>
          <c:dPt>
            <c:idx val="2"/>
            <c:spPr>
              <a:solidFill>
                <a:srgbClr val="4472C4"/>
              </a:solidFill>
            </c:spPr>
          </c:dPt>
          <c:dPt>
            <c:idx val="3"/>
            <c:spPr>
              <a:solidFill>
                <a:srgbClr val="4472C4"/>
              </a:solidFill>
            </c:spPr>
          </c:dPt>
          <c:dPt>
            <c:idx val="4"/>
            <c:spPr>
              <a:solidFill>
                <a:srgbClr val="C00000"/>
              </a:solidFill>
            </c:spPr>
          </c:dPt>
          <c:dPt>
            <c:idx val="5"/>
            <c:spPr>
              <a:solidFill>
                <a:srgbClr val="4472C4"/>
              </a:solidFill>
            </c:spPr>
          </c:dPt>
          <c:dPt>
            <c:idx val="6"/>
            <c:spPr>
              <a:solidFill>
                <a:srgbClr val="4472C4"/>
              </a:solidFill>
            </c:spPr>
          </c:dPt>
          <c:dPt>
            <c:idx val="7"/>
            <c:spPr>
              <a:solidFill>
                <a:srgbClr val="4472C4"/>
              </a:solidFill>
            </c:spPr>
          </c:dPt>
          <c:dPt>
            <c:idx val="8"/>
            <c:spPr>
              <a:solidFill>
                <a:srgbClr val="4472C4"/>
              </a:solidFill>
            </c:spPr>
          </c:dPt>
          <c:dPt>
            <c:idx val="9"/>
            <c:spPr>
              <a:solidFill>
                <a:srgbClr val="4472C4"/>
              </a:solidFill>
            </c:spPr>
          </c:dPt>
          <c:dPt>
            <c:idx val="10"/>
            <c:spPr>
              <a:solidFill>
                <a:srgbClr val="4472C4"/>
              </a:solidFill>
            </c:spPr>
          </c:dPt>
          <c:dPt>
            <c:idx val="11"/>
            <c:spPr>
              <a:solidFill>
                <a:srgbClr val="C00000"/>
              </a:solidFill>
            </c:spPr>
          </c:dPt>
          <c:dPt>
            <c:idx val="12"/>
            <c:spPr>
              <a:solidFill>
                <a:srgbClr val="4472C4"/>
              </a:solidFill>
            </c:spPr>
          </c:dPt>
          <c:dPt>
            <c:idx val="13"/>
            <c:spPr>
              <a:solidFill>
                <a:srgbClr val="4472C4"/>
              </a:solidFill>
            </c:spPr>
          </c:dPt>
          <c:dPt>
            <c:idx val="14"/>
            <c:spPr>
              <a:solidFill>
                <a:srgbClr val="4472C4"/>
              </a:solidFill>
            </c:spPr>
          </c:dPt>
          <c:dPt>
            <c:idx val="15"/>
            <c:spPr>
              <a:solidFill>
                <a:srgbClr val="4472C4"/>
              </a:solidFill>
            </c:spPr>
          </c:dPt>
          <c:dPt>
            <c:idx val="16"/>
            <c:spPr>
              <a:solidFill>
                <a:srgbClr val="4472C4"/>
              </a:solidFill>
            </c:spPr>
          </c:dPt>
          <c:dPt>
            <c:idx val="17"/>
            <c:spPr>
              <a:solidFill>
                <a:srgbClr val="4472C4"/>
              </a:solidFill>
            </c:spPr>
          </c:dPt>
          <c:dPt>
            <c:idx val="18"/>
            <c:spPr>
              <a:solidFill>
                <a:srgbClr val="C00000"/>
              </a:solidFill>
            </c:spPr>
          </c:dPt>
          <c:dPt>
            <c:idx val="19"/>
            <c:spPr>
              <a:solidFill>
                <a:srgbClr val="4472C4"/>
              </a:solidFill>
            </c:spPr>
          </c:dPt>
          <c:dPt>
            <c:idx val="20"/>
            <c:spPr>
              <a:solidFill>
                <a:srgbClr val="4472C4"/>
              </a:solidFill>
            </c:spPr>
          </c:dPt>
          <c:dPt>
            <c:idx val="21"/>
            <c:spPr>
              <a:solidFill>
                <a:srgbClr val="4472C4"/>
              </a:solidFill>
            </c:spPr>
          </c:dPt>
          <c:dPt>
            <c:idx val="22"/>
            <c:spPr>
              <a:solidFill>
                <a:srgbClr val="4472C4"/>
              </a:solidFill>
            </c:spPr>
          </c:dPt>
          <c:dPt>
            <c:idx val="23"/>
            <c:spPr>
              <a:solidFill>
                <a:srgbClr val="4472C4"/>
              </a:solidFill>
            </c:spPr>
          </c:dPt>
          <c:dPt>
            <c:idx val="24"/>
            <c:spPr>
              <a:solidFill>
                <a:srgbClr val="4472C4"/>
              </a:solidFill>
            </c:spPr>
          </c:dPt>
          <c:dPt>
            <c:idx val="25"/>
            <c:spPr>
              <a:solidFill>
                <a:srgbClr val="C00000"/>
              </a:solidFill>
            </c:spPr>
          </c:dPt>
          <c:dPt>
            <c:idx val="26"/>
            <c:spPr>
              <a:solidFill>
                <a:srgbClr val="4472C4"/>
              </a:solidFill>
            </c:spPr>
          </c:dPt>
          <c:dPt>
            <c:idx val="27"/>
            <c:spPr>
              <a:solidFill>
                <a:srgbClr val="4472C4"/>
              </a:solidFill>
            </c:spPr>
          </c:dPt>
          <c:dPt>
            <c:idx val="28"/>
            <c:spPr>
              <a:solidFill>
                <a:srgbClr val="4472C4"/>
              </a:solidFill>
            </c:spPr>
          </c:dPt>
          <c:dPt>
            <c:idx val="29"/>
            <c:spPr>
              <a:solidFill>
                <a:srgbClr val="4472C4"/>
              </a:solidFill>
            </c:spPr>
          </c:dPt>
          <c:dPt>
            <c:idx val="30"/>
            <c:spPr>
              <a:solidFill>
                <a:srgbClr val="4472C4"/>
              </a:solidFill>
            </c:spPr>
          </c:dPt>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9101.8</c:v>
                </c:pt>
                <c:pt idx="1">
                  <c:v>2475.4</c:v>
                </c:pt>
                <c:pt idx="2">
                  <c:v>6545.9</c:v>
                </c:pt>
                <c:pt idx="3">
                  <c:v>8426.1</c:v>
                </c:pt>
                <c:pt idx="4">
                  <c:v>8040.7</c:v>
                </c:pt>
                <c:pt idx="5">
                  <c:v>8237.8</c:v>
                </c:pt>
                <c:pt idx="6">
                  <c:v>8376.0</c:v>
                </c:pt>
                <c:pt idx="7">
                  <c:v>7635.0</c:v>
                </c:pt>
                <c:pt idx="8">
                  <c:v>7790.4</c:v>
                </c:pt>
                <c:pt idx="9">
                  <c:v>7846.1</c:v>
                </c:pt>
                <c:pt idx="10">
                  <c:v>8124.8</c:v>
                </c:pt>
                <c:pt idx="11">
                  <c:v>7238.2</c:v>
                </c:pt>
                <c:pt idx="12">
                  <c:v>8283.2</c:v>
                </c:pt>
                <c:pt idx="13">
                  <c:v>8923.2</c:v>
                </c:pt>
                <c:pt idx="14">
                  <c:v>8608.0</c:v>
                </c:pt>
                <c:pt idx="15">
                  <c:v>8861.1</c:v>
                </c:pt>
                <c:pt idx="16">
                  <c:v>9240.4</c:v>
                </c:pt>
                <c:pt idx="17">
                  <c:v>8346.3</c:v>
                </c:pt>
                <c:pt idx="18">
                  <c:v>1638.3</c:v>
                </c:pt>
                <c:pt idx="19">
                  <c:v>67.1</c:v>
                </c:pt>
                <c:pt idx="20">
                  <c:v>80.4</c:v>
                </c:pt>
                <c:pt idx="21">
                  <c:v>9.4</c:v>
                </c:pt>
                <c:pt idx="22">
                  <c:v>19.8</c:v>
                </c:pt>
                <c:pt idx="23">
                  <c:v>6068.0</c:v>
                </c:pt>
                <c:pt idx="24">
                  <c:v>8808.6</c:v>
                </c:pt>
                <c:pt idx="25">
                  <c:v>5956.5</c:v>
                </c:pt>
                <c:pt idx="26">
                  <c:v>6792.0</c:v>
                </c:pt>
                <c:pt idx="27">
                  <c:v>7818.5</c:v>
                </c:pt>
                <c:pt idx="28">
                  <c:v>8602.4</c:v>
                </c:pt>
                <c:pt idx="29">
                  <c:v>9159.7</c:v>
                </c:pt>
                <c:pt idx="30">
                  <c:v>8838.6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589.7</c:v>
                </c:pt>
                <c:pt idx="1">
                  <c:v>420.8</c:v>
                </c:pt>
                <c:pt idx="2">
                  <c:v>540.8</c:v>
                </c:pt>
                <c:pt idx="3">
                  <c:v>608.8</c:v>
                </c:pt>
                <c:pt idx="4">
                  <c:v>535.0</c:v>
                </c:pt>
                <c:pt idx="5">
                  <c:v>552.5</c:v>
                </c:pt>
                <c:pt idx="6">
                  <c:v>571.4</c:v>
                </c:pt>
                <c:pt idx="7">
                  <c:v>523.7</c:v>
                </c:pt>
                <c:pt idx="8">
                  <c:v>520.6</c:v>
                </c:pt>
                <c:pt idx="9">
                  <c:v>526.8</c:v>
                </c:pt>
                <c:pt idx="10">
                  <c:v>543.0</c:v>
                </c:pt>
                <c:pt idx="11">
                  <c:v>520.5</c:v>
                </c:pt>
                <c:pt idx="12">
                  <c:v>569.8</c:v>
                </c:pt>
                <c:pt idx="13">
                  <c:v>591.8</c:v>
                </c:pt>
                <c:pt idx="14">
                  <c:v>566.7</c:v>
                </c:pt>
                <c:pt idx="15">
                  <c:v>590.8</c:v>
                </c:pt>
                <c:pt idx="16">
                  <c:v>587.2</c:v>
                </c:pt>
                <c:pt idx="17">
                  <c:v>549.1</c:v>
                </c:pt>
                <c:pt idx="18">
                  <c:v>313.5</c:v>
                </c:pt>
                <c:pt idx="19">
                  <c:v>67.2</c:v>
                </c:pt>
                <c:pt idx="20">
                  <c:v>58.3</c:v>
                </c:pt>
                <c:pt idx="21">
                  <c:v>30.8</c:v>
                </c:pt>
                <c:pt idx="22">
                  <c:v>70.2</c:v>
                </c:pt>
                <c:pt idx="23">
                  <c:v>523.8</c:v>
                </c:pt>
                <c:pt idx="24">
                  <c:v>539.4</c:v>
                </c:pt>
                <c:pt idx="25">
                  <c:v>485.9</c:v>
                </c:pt>
                <c:pt idx="26">
                  <c:v>527.0</c:v>
                </c:pt>
                <c:pt idx="27">
                  <c:v>501.5</c:v>
                </c:pt>
                <c:pt idx="28">
                  <c:v>559.8</c:v>
                </c:pt>
                <c:pt idx="29">
                  <c:v>536.8</c:v>
                </c:pt>
                <c:pt idx="30">
                  <c:v>606.1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799031.69</c:v>
                </c:pt>
                <c:pt idx="1">
                  <c:v>666727.81</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October 2025</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Fri 1</a:t>
            </a:r>
            <a:r>
              <a:rPr lang="en-US" sz="1200" b="1" dirty="0" smtClean="0">
                <a:solidFill>
                  <a:srgbClr val="FF0000"/>
                </a:solidFill>
                <a:latin typeface="+mn-lt"/>
                <a:ea typeface="Roboto"/>
                <a:cs typeface="Roboto"/>
              </a:rPr>
              <a:t>7</a:t>
            </a:r>
            <a:r>
              <a:rPr lang="en-US" sz="1200" dirty="0">
                <a:solidFill>
                  <a:schemeClr val="bg1"/>
                </a:solidFill>
                <a:latin typeface="+mn-lt"/>
                <a:ea typeface="Roboto"/>
                <a:cs typeface="Roboto"/>
              </a:rPr>
              <a:t> 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608.</a:t>
            </a:r>
            <a:r>
              <a:rPr lang="en-US" sz="1200" b="1" dirty="0" smtClean="0">
                <a:solidFill>
                  <a:srgbClr val="FF0000"/>
                </a:solidFill>
                <a:latin typeface="+mn-lt"/>
                <a:ea typeface="Roboto"/>
                <a:cs typeface="Roboto"/>
              </a:rPr>
              <a:t>8</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609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606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31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592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14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591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590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31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58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67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70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23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314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9240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9160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9102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8923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14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8861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20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23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67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80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1638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475.14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6643.86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Fri</a:t>
            </a:r>
            <a:r>
              <a:rPr sz="1200" b="1" dirty="0" smtClean="0">
                <a:solidFill>
                  <a:srgbClr val="FF0000"/>
                </a:solidFill>
                <a:latin typeface="Calibri"/>
              </a:rPr>
              <a:t>da</a:t>
            </a:r>
            <a:r>
              <a:rPr lang="en-US" sz="1200" b="1" dirty="0" smtClean="0">
                <a:solidFill>
                  <a:srgbClr val="FF0000"/>
                </a:solidFill>
                <a:latin typeface="Calibri"/>
              </a:rPr>
              <a:t>y (3</a:t>
            </a:r>
            <a:r>
              <a:rPr sz="1200" b="1" dirty="0" smtClean="0">
                <a:solidFill>
                  <a:srgbClr val="FF0000"/>
                </a:solidFill>
                <a:latin typeface="Calibri"/>
              </a:rPr>
              <a:t>8</a:t>
            </a:r>
            <a:r>
              <a:rPr sz="1200" b="1" dirty="0">
                <a:solidFill>
                  <a:srgbClr val="FF0000"/>
                </a:solidFill>
                <a:latin typeface="Calibri"/>
              </a:rPr>
              <a:t>539.0</a:t>
            </a:r>
            <a:r>
              <a:rPr sz="1200" b="1" dirty="0">
                <a:solidFill>
                  <a:srgbClr val="FFFFFF"/>
                </a:solidFill>
                <a:latin typeface="Calibri"/>
              </a:rPr>
              <a:t> k</a:t>
            </a:r>
            <a:r>
              <a:rPr sz="1200" dirty="0">
                <a:solidFill>
                  <a:srgbClr val="FFFFFF"/>
                </a:solidFill>
                <a:latin typeface="Calibri"/>
              </a:rPr>
              <a:t>VAh), confirming peak operational act</a:t>
            </a:r>
          </a:p>
          <a:p>
            <a:r>
              <a:rPr sz="1200" dirty="0">
                <a:solidFill>
                  <a:srgbClr val="FFFFFF"/>
                </a:solidFill>
                <a:latin typeface="Calibri"/>
              </a:rPr>
              <a:t>• </a:t>
            </a:r>
            <a:r>
              <a:rPr lang="en-US" sz="1200" dirty="0" smtClean="0">
                <a:solidFill>
                  <a:srgbClr val="FFFFFF"/>
                </a:solidFill>
                <a:latin typeface="Calibri"/>
              </a:rPr>
              <a:t>Sun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(2</a:t>
            </a:r>
            <a:r>
              <a:rPr sz="1200" b="1" dirty="0" smtClean="0">
                <a:solidFill>
                  <a:srgbClr val="FF0000"/>
                </a:solidFill>
                <a:latin typeface="Calibri"/>
              </a:rPr>
              <a:t>2</a:t>
            </a:r>
            <a:r>
              <a:rPr sz="1200" b="1" dirty="0">
                <a:solidFill>
                  <a:srgbClr val="FF0000"/>
                </a:solidFill>
                <a:latin typeface="Calibri"/>
              </a:rPr>
              <a:t>873.7</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88.</a:t>
            </a:r>
            <a:r>
              <a:rPr sz="1200" b="1" dirty="0" smtClean="0">
                <a:solidFill>
                  <a:srgbClr val="FF0000"/>
                </a:solidFill>
                <a:latin typeface="Calibri"/>
              </a:rPr>
              <a:t>9%</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(11</a:t>
            </a:r>
            <a:r>
              <a:rPr sz="1200" b="1" dirty="0" smtClean="0">
                <a:solidFill>
                  <a:srgbClr val="FF0000"/>
                </a:solidFill>
                <a:latin typeface="Calibri"/>
              </a:rPr>
              <a:t>.1</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88.</a:t>
            </a:r>
            <a:r>
              <a:rPr sz="1200" b="1" dirty="0" smtClean="0">
                <a:solidFill>
                  <a:srgbClr val="FF0000"/>
                </a:solidFill>
                <a:latin typeface="Calibri"/>
              </a:rPr>
              <a:t>9%)</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(11</a:t>
            </a:r>
            <a:r>
              <a:rPr sz="1200" b="1" dirty="0" smtClean="0">
                <a:solidFill>
                  <a:srgbClr val="FF0000"/>
                </a:solidFill>
                <a:latin typeface="Calibri"/>
              </a:rPr>
              <a:t>.1%</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7</a:t>
            </a:r>
            <a:r>
              <a:rPr sz="1200" b="1" dirty="0">
                <a:solidFill>
                  <a:srgbClr val="FF0000"/>
                </a:solidFill>
                <a:latin typeface="Calibri"/>
              </a:rPr>
              <a:t>9371</a:t>
            </a:r>
            <a:r>
              <a:rPr sz="1200" dirty="0">
                <a:solidFill>
                  <a:srgbClr val="FFFFFF"/>
                </a:solidFill>
                <a:latin typeface="Calibri"/>
              </a:rPr>
              <a:t>.6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(S79371.6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TOO</a:t>
            </a:r>
            <a:r>
              <a:rPr sz="1200" b="1" dirty="0" smtClean="0">
                <a:solidFill>
                  <a:srgbClr val="FF0000"/>
                </a:solidFill>
                <a:latin typeface="Calibri"/>
              </a:rPr>
              <a:t>L </a:t>
            </a:r>
            <a:r>
              <a:rPr lang="en-US" sz="1200" b="1" dirty="0" smtClean="0">
                <a:solidFill>
                  <a:srgbClr val="FF0000"/>
                </a:solidFill>
                <a:latin typeface="Calibri"/>
              </a:rPr>
              <a:t>ROOM</a:t>
            </a:r>
            <a:r>
              <a:rPr sz="1200" b="1" dirty="0" smtClean="0">
                <a:solidFill>
                  <a:srgbClr val="FF0000"/>
                </a:solidFill>
                <a:latin typeface="Calibri"/>
              </a:rPr>
              <a:t>, </a:t>
            </a:r>
            <a:r>
              <a:rPr sz="1200" b="1" dirty="0">
                <a:solidFill>
                  <a:srgbClr val="FF0000"/>
                </a:solidFill>
                <a:latin typeface="Calibri"/>
              </a:rPr>
              <a:t>ADMI</a:t>
            </a:r>
            <a:r>
              <a:rPr lang="en-US" sz="1200" b="1" dirty="0" smtClean="0">
                <a:solidFill>
                  <a:srgbClr val="FF0000"/>
                </a:solidFill>
                <a:latin typeface="Calibri"/>
              </a:rPr>
              <a:t>N BL</a:t>
            </a:r>
            <a:r>
              <a:rPr sz="1200" b="1" dirty="0" smtClean="0">
                <a:solidFill>
                  <a:srgbClr val="FF0000"/>
                </a:solidFill>
                <a:latin typeface="Calibri"/>
              </a:rPr>
              <a:t>OC</a:t>
            </a:r>
            <a:r>
              <a:rPr sz="1200" dirty="0">
                <a:solidFill>
                  <a:srgbClr val="FFFFFF"/>
                </a:solidFill>
                <a:latin typeface="Calibri"/>
              </a:rPr>
              <a:t>K, and RUMBLE,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